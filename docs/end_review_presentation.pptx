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END-SEMESTER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Deepfake Detection on FaceForensics++:</a:t>
            </a:r>
          </a:p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Detectors Score Unseen Fakes Below Chance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XceptionNet vs. a CNN-ViT hybrid, and a follow-up study of a surprising failure: detectors that rank unseen fakes as more real than real faces.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 · Vipin Sudhakar · Rithvik Arulprakash · Harshith Kv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Motivation, Problem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Deepfakes are a real misinformation and fraud risk, but detectors are usually judged on the same manipulation type they were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Problem: a detector at 99% on its own manipulation can fail badly on a new one, and that failure is invisible until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Objective 1: compare XceptionNet (CNN) and a CNN-ViT hybrid on identical data: does self-attention generalize better? Measure accuracy, cross-method transfer and compression robustness; explain with Grad-CAM; ship a live demo.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Objective 2 (added after the results): explain why some cross-method scores fall below chance, and test a fix.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Raw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FF++ c23: real + 4 manipulation methods, 5,000 videos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4191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4191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3063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3063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Face crops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3063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Original: MTCNN, JPEG. Reference: dlib + alignment, PNG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8302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48302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7174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7174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Official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7174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Video-level train / val / test, no identity leakage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52413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2413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1285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1285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1285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One method + real; AMP, early stop; 2–3 seeds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56524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56524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5396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396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5396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Video AUC on all 4 methods, 95% bootstrap CIs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60635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60635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9507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79507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9507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Image statistics, sign test, intervention, external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321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Every reported number is produced by a script from saved per-video scores; nothing is typed by hand.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DATA &amp;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Dataset and Model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FaceForensics++ (Kaggle mirror, official splits): 1,000 real + 4×1,000 fake videos. External test: DeepFakeFace.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  <a:gridCol w="2377440"/>
                <a:gridCol w="237744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Pretraining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Input size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299 px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20.8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from scratch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224 px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28.1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ResNet-50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299 px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23.5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EfficientNet-B4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299 px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17.6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2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vs. the hybrid is the course comparison; ResNet-50 and EfficientNet-B4 test whether the failure depends on the architecture. Data quality: 502 of 5,000 videos flagged as outliers (IQR) before preprocessing.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EXPERIMENTS 1–3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Course Experiments: XceptionNet vs. CNN-ViT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Same-method, cross-method (train on one manipulation, test on others) and compression (c40 proxy) performance.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56032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Same-method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Cross-method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Compression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0.817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wins on accuracy and generalization: the hybrid's expected advantage did not appear (a reported negative result). A FastAPI live demo runs both models on uploaded images and videos.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Some Transfers Score Below Chance, Whatever 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Original vs. a fully rebuilt preprocessing pipeline (different detector, alignment, format, size, frames). Hatched = below chance.</a:t>
            </a:r>
          </a:p>
        </p:txBody>
      </p:sp>
      <p:pic>
        <p:nvPicPr>
          <p:cNvPr id="7" name="Picture 6" descr="F1_transfer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7615397" cy="3154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29797" y="2286000"/>
            <a:ext cx="302181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8397" y="24660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REFERENCE PIPELINE, 3 SEEDS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8397" y="27860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8397" y="31260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  [0.21, 0.31]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8397" y="36897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8397" y="40297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NT  [0.37, 0.49]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8397" y="45934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8397" y="49334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FS, original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8397" y="54971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17 / 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8397" y="58371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data and label audit checks passed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Grad-CAM: What the Models Look 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 Deepfakes-trained checkpoint, same video: its Deepfakes version vs. its FaceSwap version.</a:t>
            </a:r>
          </a:p>
        </p:txBody>
      </p:sp>
      <p:pic>
        <p:nvPicPr>
          <p:cNvPr id="7" name="Picture 6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238103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52503" y="2286000"/>
            <a:ext cx="5399112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1103" y="24660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103" y="27860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103" y="31260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in-distribution: attention on the 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103" y="36897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Off-face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103" y="40297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FaceSwap: Xception attention collapses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1103" y="45934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Diffuse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103" y="49334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FaceSwap: hybrid attention spreads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1103" y="54971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103" y="58371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fake probability on the FaceSwap video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No Single Preprocessing Change Moves DF → 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One factor changed at a time, 2 seeds each; change = paired difference vs. the reference over the same test videos.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2011680"/>
                <a:gridCol w="1828800"/>
                <a:gridCol w="201168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DF → FS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 → 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Reference (3 seeds)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JPEG quality 95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0.286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+0.028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0.442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JPEG quality 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10 frames per video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-0.006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Tight 1.0× crop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84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Not a pipeline bug: an audit of labels, splits, encoding and crops found no real-vs-fake difference. Predictions recorded beforehand held for 2 of 4 variants.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A Sharpness Cue Explains Which Cells Invert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Deepfakes and NeuralTextures fakes are blurrier than real faces, FaceSwap fakes are sharper. Opposite shifts predict inverted transfer.</a:t>
            </a:r>
          </a:p>
        </p:txBody>
      </p:sp>
      <p:pic>
        <p:nvPicPr>
          <p:cNvPr id="7" name="Picture 6" descr="F4_sign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4677704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592104" y="2286000"/>
            <a:ext cx="5959511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0704" y="24660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0704" y="27860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-0.48 / +0.37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0704" y="31260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sharpness d: Deepfakes / FaceSwap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0704" y="36897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0704" y="40297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predicts our matrix (best of 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0704" y="45934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0704" y="49334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predicts the published official-data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0704" y="54971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-0.27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0704" y="58371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model: blurrier real faces look fake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Randomizing Sharpness Partly Fixes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Training with random blur/sharpen applied to real and fake alike. Paired change vs. the reference, 3 seeds.</a:t>
            </a:r>
          </a:p>
        </p:txBody>
      </p:sp>
      <p:pic>
        <p:nvPicPr>
          <p:cNvPr id="7" name="Picture 6" descr="F5_interv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080955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95355" y="2286000"/>
            <a:ext cx="555626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955" y="24660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CHANGE IN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955" y="27860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+0.098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955" y="31260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FS, now 0.36 (still below)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955" y="36897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+0.093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955" y="40297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NT, now 0.52 (at chance)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955" y="45934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955" y="49334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F2F, a small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955" y="54971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955" y="58371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in-domain accuracy unchanged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Same Failure Across Architectures, Not Across Datasets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4206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ACROSS ARCHITECTURES — 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34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Xception DF → FS: 0.26 (3 seeds)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ResNet-50 DF → FS: 0.29, same call in 8/8 cells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EfficientNet-B4 DF → FS: 0.26, same call in 8/8 cells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Set by the training data, not the network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4206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ACROSS DATASETS — DOES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34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DeepFakeFace: Stable Diffusion and InsightFace fakes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Sharpness rule right in 2 of 4 cells: chance level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SD text-to-image below chance for every model (0.32 / 0.40)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The account explains FaceForensics++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Verdict on the Four Claims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C1 · PREPROCESSING — NOT 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Survives every preprocessing change tested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Detector, alignment, format, size, frames, JPEG, crop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C2 · MECHANISM — SUPPORTED IN FF++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Sharpness sign predicts our and published matrices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Fails on DeepFakeFace: within-benchmark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1480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530352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336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C3 · INTERVENTION —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Randomizing sharpness: +0.1 AUC on inverted cells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DF → FS still below chance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11480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411480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2336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 · ARCHITECTURE — SUPPORTED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84632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Xception, ResNet-50, EfficientNet-B4 agree 8 / 8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Set by the training data, not the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RESEARCH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Why This Could Be Publishable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WHAT'S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24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Explains which transfers invert, not just that they do; prior work reports DF → FS at chance without a cause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One measurable cue predicts our matrix (ρ = 0.92) and a published official-data matrix (ρ = 0.73)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Causal test: removing the cue raises the inverted cells (DF → FS +0.098, FS → NT +0.093 AUC)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Architecture-independent: 3 backbones agree in 8/8 cells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WHY IT'S CREDIBLE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24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Predictions recorded before results, and misses reported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3 seeds, bootstrap confidence intervals, paired tests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Audit and full pipeline rebuild rule out artifacts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Every number regenerated by scripts; code is public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03520"/>
            <a:ext cx="10908792" cy="8686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37667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Best fit: </a:t>
            </a:r>
            <a:r>
              <a:rPr sz="1300" b="0">
                <a:solidFill>
                  <a:srgbClr val="1A202C"/>
                </a:solidFill>
                <a:latin typeface="Calibri"/>
              </a:rPr>
              <a:t>a workshop or short-paper track (e.g. IEEE WIFS); draft ready in paper/main.pdf.</a:t>
            </a:r>
          </a:p>
          <a:p>
            <a:pPr algn="l"/>
            <a:r>
              <a:rPr sz="1300" b="1">
                <a:solidFill>
                  <a:srgbClr val="DC2626"/>
                </a:solidFill>
                <a:latin typeface="Calibri"/>
              </a:rPr>
              <a:t>Risks a reviewer will raise: </a:t>
            </a:r>
            <a:r>
              <a:rPr sz="1300" b="0">
                <a:solidFill>
                  <a:srgbClr val="1A202C"/>
                </a:solidFill>
                <a:latin typeface="Calibri"/>
              </a:rPr>
              <a:t>unofficial data mirror, a partial fix, no transfer to DeepFakeFace (all stated openly).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Limitations, Future Work &amp;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22402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14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Kaggle mirror, not official FF++ (access pending)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Mechanism is a strong candidate, not proof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One 6 GB laptop GPU limited the experiments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22402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14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Re-run on official FaceForensics++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Find the cue behind the remaining DF → FS gap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Submit a short paper (draft: paper/main.pdf)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51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Calibri"/>
              </a:rPr>
              <a:t>Venugopalan Gangadharan (CB.AI.U4AID25115) · Vipin Sudhakar (CB.AI.U4AID25166) · Rithvik Arulprakash (CB.AI.U4AID25148) · Harshith Kv (CB.AI.U4AID25119)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KEY 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Rössler et al., ICCV 2019 · Chollet, CVPR 2017 · Dosovitskiy et al., ICLR 2021 · Selvaraju et al., ICCV 2017 · Li et al., CVPR 2020 · Geirhos et al., 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