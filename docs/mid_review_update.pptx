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MID-REVIEW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Deepfake Detection: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XceptionNet vs. CNN-ViT Hybrid on FaceForensics++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960120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Data pipeline complete, baseline results in. Cross-manipulation generalization, compression robustness, and final conclusions to follow at the final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74920"/>
            <a:ext cx="457200" cy="2743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 · Vipin Sudhakar · Rithvik Arulprakash · Harshith Kv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Motivation, Problem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Deepfakes have moved from research curiosity to a real misinformation/fraud vector -- but published detectors usually report one headline accuracy number, on the same manipulation type and compression level they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Problem: that number is misleading in practice -- a detector at 99% in a paper can collapse the moment the test distribution shifts, and that failure is invisible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1: fairly compare XceptionNet (CNN baseline) vs. a CNN-ViT hybrid (ResNet + Transformer) on identical data/protocol -- does global self-attention actually improve generalization?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2: measure same-distribution accuracy, full 4×4 cross-manipulation generalization, and compression robustness -- not just one number.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3: explain *why* generalization succeeds or fails (Grad-CAM), and ship a working, testable live demo -- not only offline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Directly Related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Rössler, A. et al. (2019). FaceForensics++: Learning to Detect Manipulated Facial Images. ICCV. — source of the dataset and the standard 4-method/3-compression benchmark protocol this project follows; also the paper XceptionNet is drawn from as the baseline detector.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Chollet, F. (2017). Xception: Deep Learning with Depthwise Separable Convolutions. CVPR. — the CNN baseline architecture, still a standard reference detector for this exact task in the FF++ literature.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Dosovitskiy, A. et al. (2021). An Image is Worth 16x16 Words: Transformers for Image Recognition at Scale. ICLR. — motivates the Transformer-encoder half of this project's CNN-ViT hybrid and its global self-attention mechanism.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Selvaraju, R. R. et al. (2017). Grad-CAM: Visual Explanations from Deep Networks via Gradient-based Localization. ICCV. — the interpretability method used to explain why cross-manipulation generalization fails.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Gap identified: most FF++-benchmark work reports same-distribution accuracy only; head-to-head CNN vs. attention-based generalization comparisons, paired with an interpretability layer, are comparatively under-studied — the specific gap this project addresses.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FF++ c23, 5 folders: real + 4 manipulation methods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8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8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8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8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8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MTCNN crop, 20 frames/video, margin 1.3x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6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6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6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video-level train/val/test —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64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64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4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4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4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AMP, class-balanced sampler, cosine LR, early 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2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2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frame + video-level Acc/F1/AUC on held-out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8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matrix, gap, Grad-CAM, live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850000"/>
            <a:ext cx="1085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Steps 1-3 (data) and step 4-5 for Experiment 1 are complete as of this review -- steps 4-6 continue for Experiments 2 &amp; 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Data: Source &amp; Preparation — Complete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FaceForensics++ (FF++): 5,000 videos — 1,000 real (YouTube interviews) + 4×1,000 manipulated (Deepfakes, Face2Face, FaceSwap, NeuralTextures), all sharing the same real-video identities. c23 compression, official FF++ folder layout (Kaggle mirror).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Official video-level train/val/test splits used throughout — critical, since random frame-level splits would leak identity between train/test and inflate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Preprocessing: MTCNN face detection on GPU, 20 frames/video, 1.3x crop margin (captures blending-boundary artifacts), resized to 299×299 (native for XceptionNet, downsampled to 224 for the hybrid).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Result: ~99,987 face crops across all 5,000 videos — the full dataset is preprocessed and ready; this stage is complete.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50" b="0">
                <a:solidFill>
                  <a:srgbClr val="1A202C"/>
                </a:solidFill>
                <a:latin typeface="Calibri"/>
              </a:rPr>
              <a:t>▸  Official c0/c40 access still pending — being handled with a documented workaround, to be shown at the final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 Quality: Outlier Check (IQR)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Per-video metadata (frame count, file size) checked via box-plot IQR across all 5,000 videos before committing to full preprocessing.</a:t>
            </a:r>
          </a:p>
        </p:txBody>
      </p:sp>
      <p:pic>
        <p:nvPicPr>
          <p:cNvPr id="7" name="Picture 6" descr="outlier_box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7406640" cy="364816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2286000"/>
            <a:ext cx="3230575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24660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27860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1260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videos analyzed (real + 4 methods)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6897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209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40297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frame count (4.2%)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45934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326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9334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flagged on file size (6.5%)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5497100"/>
            <a:ext cx="27733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502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837100"/>
            <a:ext cx="27733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unique outliers overall (10.0%)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Models: XceptionNet vs. CNN-ViT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50000"/>
            <a:ext cx="519500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XCEPTIONNET (BASELINE)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Depthwise-separable CNN (Chollet 2017), ImageNet-pretrained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2048-d pooled features → dropout → linear → logit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Purely convolutional — local receptive fields only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The standard reference detector for this exact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36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3680" y="1750000"/>
            <a:ext cx="519500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80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CNN-VIT 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80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ResNet-50 (stages 1-3) → 14×14×1024 map → 512-d tokens + CLS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6-layer, 8-head Transformer encoder over the tokens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Tests: does global self-attention improve generalization?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Same optimizer/schedule/data — architecture is the only variable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786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586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SHARED TRAINING &amp; EVALUATION PROTOCOL (fair comparison — only the architecture differs)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8600"/>
            <a:ext cx="1085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AMP training, AdamW, cosine LR, batch size 32 (GPU-benchmarked — XceptionNet silently throttles above this), early stopping (patience 4 on val AUC). Metrics: Accuracy/F1/AUC at frame &amp; video level (video = mean of frame probabilities).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1 — 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Baseline Comparison (same-distribution, c23)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Both models trained and tested on all 4 methods — the first of three planned experiments, complete as of this review.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9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1700000"/>
                <a:gridCol w="1700000"/>
                <a:gridCol w="1700000"/>
                <a:gridCol w="1700000"/>
                <a:gridCol w="17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95.49%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92.76%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leads on every same-distribution metric here. Whether this holds under cross-manipulation and compression shift is what Experiments 2 &amp; 3 will show at the final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What's Done, 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519500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195000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64636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Full pipeline built: preprocessing, training, evaluation, analysis scripts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Dataset acquired, quality-checked (IQR outlier analysis), and fully preprocessed — 99,987 face crops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Both model architectures implemented and verified end-to-end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GPU capacity benchmarked — found &amp; fixed a silent throughput cliff above batch size 32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16A34A"/>
                </a:solidFill>
                <a:latin typeface="Calibri"/>
              </a:rPr>
              <a:t>▸  Experiment 1 (baseline comparison): both models trained, evaluated, and analyzed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3680" y="1783080"/>
            <a:ext cx="5195000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3680" y="1783080"/>
            <a:ext cx="5195000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8000" y="190195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PLANNED FOR FINAL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8000" y="2514600"/>
            <a:ext cx="4646360" cy="33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Experiment 2: cross-manipulation generalization — full 4×4 matrix, both models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Experiment 3: compression robustness under heavier video compression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Interpretability analysis (Grad-CAM) explaining *why* generalization succeeds or fails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▸  Live demo (upload a video, get a real/fake prediction) and final conclusions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REFERENCES &amp; CONTRIBUTORS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Rössler, A. et al. (2019). FaceForensics++: Learning to Detect Manipulated Facial Images. ICCV.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Chollet, F. (2017). Xception: Deep Learning with Depthwise Separable Convolutions. CVPR.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Dosovitskiy, A. et al. (2021). An Image is Worth 16x16 Words: Transformers for Image Recognition at Scale. ICLR.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0">
                <a:solidFill>
                  <a:srgbClr val="1A202C"/>
                </a:solidFill>
                <a:latin typeface="Calibri"/>
              </a:rPr>
              <a:t>▸  Selvaraju, R. R. et al. (2017). Grad-CAM: Visual Explanations from Deep Networks via Gradient-based Localization. ICCV.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8000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00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40000"/>
            <a:ext cx="108528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Venugopalan Gangadharan — CB.AI.U4AID25115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Vipin Sudhakar — CB.AI.U4AID25166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Rithvik Arulprakash — CB.AI.U4AID25148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A202C"/>
                </a:solidFill>
                <a:latin typeface="Calibri"/>
              </a:rPr>
              <a:t>▸  Harshith Kv — CB.AI.U4AID25119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0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AI &amp; Data Science — Amrita Vishwa Vidyapeetham, Coimbatore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00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00000"/>
            <a:ext cx="10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