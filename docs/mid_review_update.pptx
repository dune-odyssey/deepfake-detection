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AIML COURSE PROJECT · 23AID205 · MID-REVIEW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Deepfake Detection: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XceptionNet vs. CNN-ViT Hybrid on FaceForensics++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960120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Cross-manipulation generalization and compression robustness — full pipeline run, both models trained, results analyzed, and a working live demo.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74920"/>
            <a:ext cx="457200" cy="2743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E9F0"/>
                </a:solidFill>
                <a:latin typeface="Calibri"/>
              </a:rPr>
              <a:t>Venugopalan Gangadharan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AI &amp; Data Science — 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What We'll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Introduction, motivation, and the problem being addressed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Objectives and scope of the study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Dataset, preprocessing, and exploratory data analysis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Model architectures: XceptionNet baseline vs. CNN-ViT hybrid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Training/validation methodology and evaluation metrics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Results: baseline comparison, cross-manipulation generalization, compression robustness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Interpretability (Grad-CAM) and the working live demo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Conclusion, honest limitations, and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2/23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Deepfakes — AI-manipulated face videos — have moved from research curiosity to a real misinformation and fraud vector (fake news clips, impersonation scams, non-consensual media).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Most published detectors report a single headline accuracy number, usually on the same manipulation type and compression level they were trained 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That number is misleading in practice: real-world deepfakes rarely match a detector's training distribution exactly — different generator, different compression, different source.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This project asks a more useful question than "how accurate is it": “how much does accuracy collapse when the test distribution shifts, and does a more modern architecture (attention-based) hold up better than a plain CNN?”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3/23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Real-World Relevance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Problem: face-forgery detectors trained on one manipulation method or compression level often fail silently on another — the failure isn't visible until deployment.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This matters wherever a detector is actually used: content moderation pipelines, journalism verification tools, court-admissible evidence checks — all see manipulation types and compression levels the model never trained 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A detector that reports 99% accuracy in a paper but ~57% AUC (worse than random) on an unseen manipulation method is not deployment-ready, even though its benchmark number looks excellent.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This project measures that gap directly and explains it visually (Grad-CAM), rather than reporting a single flattering accuracy figure.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4/23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Objectives &amp;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Train and fairly compare two architectures on identical data/protocol: XceptionNet (CNN baseline, the standard FF++ detector) vs. a CNN-ViT hybrid (ResNet-50 features + Transformer encoder, to test whether global self-attention improves generalization).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Measure same-distribution accuracy (Experiment 1: baseline comparison).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Measure cross-manipulation generalization: train on one forgery method, test on all four, for a full 4×4 matrix per model (Experiment 2).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Measure compression robustness: does accuracy hold up under heavier video compression (Experiment 3).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Explain *why* generalization succeeds or fails using Grad-CAM, not just report a number.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Ship a working, testable software artifact (live demo), not just offline metrics.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5/23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Grounding &amp;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Rössler et al., “FaceForensics++: Learning to Detect Manipulated Facial Images” (ICCV 2019) — source of the dataset and the standard 4-method/3-compression benchmark protocol used here.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Chollet, “Xception: Deep Learning with Depthwise Separable Convolutions” (CVPR 2017) — the CNN baseline architecture, still a standard reference detector for this task.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Dosovitskiy et al., “An Image is Worth 16x16 Words: Transformers for Image Recognition at Scale” (ICLR 2021) — motivates the Transformer-encoder half of the hybrid model.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Selvaraju et al., “Grad-CAM: Visual Explanations from Deep Networks via Gradient-based Localization” (ICCV 2017) — the interpretability method used to explain the results.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Full citation list also included in the GitHub repository README.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6/23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End-to-End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Raw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FF++ c23, 5 folders: real + 4 manipulation methods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8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48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8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8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Face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8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MTCNN crop, 20 frames/video, margin 1.3x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6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6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6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6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Official splits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video-level train/val/test — no identity leakage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64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64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4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4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4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AMP, class-balanced sampler, cosine LR, early stop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2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2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frame + video-level Acc/F1/AUC on held-out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8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Analyze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cross-manip matrix, gap, Grad-CAM, live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7/23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Description &amp;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FaceForensics++ (FF++) — the standard academic benchmark for face-forgery detection.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5,000 videos total: 1,000 real (YouTube interviews) + 4 × 1,000 manipulated, one set per method — Deepfakes, Face2Face, FaceSwap, NeuralTextures — all sharing the same real-video identities.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Compression: c23 (H.264, “light” compression, the standard training setting) via a Kaggle mirror, arranged into the official FaceForensics++ folder layout.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Official train/val/test splits (video-level, from the FaceForensics++ GitHub) used throughout — critical, since random frame-level splits would leak the same identity into both train and test and inflate accuracy.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Official c0 (raw)/c40 (heavy compression) access was still pending at time of this review — handled with a documented local workaround (see Compression Robustness slide).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8/23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 Preprocessing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Face extraction via MTCNN (facenet-pytorch), run on GPU: 20 frames sampled evenly per video, each cropped to the detected face with a 1.3x margin (captures blending-boundary artifacts just outside the tight face box, where manipulation seams often show).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Crops resized to 299×299 (fits both models: used directly for XceptionNet, downsampled to 224×224 for the hybrid).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Result: ~99,987 face crops from all 5,000 videos (a handful of frames dropped where no face was detected).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Real/fake class imbalance handled at training time via a weighted random sampler, not by discarding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9/23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 Quality: Outlier Check (IQR)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Per-video metadata (frame count, file size) checked via box-plot IQR across the 5,000 videos actually used, before committing to full preprocessing.</a:t>
            </a:r>
          </a:p>
        </p:txBody>
      </p:sp>
      <p:pic>
        <p:nvPicPr>
          <p:cNvPr id="7" name="Picture 6" descr="outlie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7406640" cy="364816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2286000"/>
            <a:ext cx="3230575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24660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7860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1260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videos analyzed (real + 4 methods)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6897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209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40297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flagged on frame count (4.2%)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5934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326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9334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flagged on file size (6.5%)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4971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502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58371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unique outliers overall (10.0%)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10/23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ALGORITHM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Model 1 — XceptionNet (Baseline)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Standard CNN baseline for this exact task in the FF++ literature — depthwise-separable convolutions ("Xception", Chollet 2017), ImageNet-pretrained backbone.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2048-d pooled features → dropout → single linear layer → real/fake logit.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Purely convolutional: local receptive fields, no explicit long-range spatial reasoning.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Chosen as the baseline specifically because it's the architecture most cross-manipulation generalization claims in the literature are benchmarked against.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11/23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ALGORITHM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Model 2 — CNN-ViT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Hypothesis under test: does adding global self-attention on top of CNN features improve cross-manipulation generalization, since attention can relate distant regions (e.g. blending-boundary inconsistencies) that local convolutions can't see jointly?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ResNet-50 (stages 1–3, ImageNet-pretrained) extracts a 14×14×1024 feature map → projected to 512-d tokens → CLS token + learned positional embeddings.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6-layer, 8-head Transformer encoder (pre-norm, GELU) over the 196 tokens + CLS.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CLS token → LayerNorm → linear head → real/fake logit.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Same optimizer, schedule, and data as XceptionNet — architecture is the only variable between the two models, by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12/23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Training &amp;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Mixed-precision (AMP) training, AdamW optimizer, cosine LR schedule, up to 15 epochs with early stopping (patience 4 on validation video-AUC).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GPU capacity benchmarked first (RTX 3060 Laptop, 6GB): found XceptionNet silently collapses in throughput above batch size 32 — not an OOM crash, but Windows paging GPU memory into system RAM once allocation exceeds ~6.4GB (10–25x slower, not a crash). Fixed by keeping batch size 32 for both models.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Resumable training (checkpoint every epoch) — verified in practice: the full run survived multiple unplanned interruptions overnight without losing progress.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10 training runs total: 2 baseline (all-methods) + 8 cross-manipulation (one model × one method each), all on identical protocol.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13/23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Evaluation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Accuracy, F1, and AUC — computed at both the frame level and the video level.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Video-level score = mean of that video's frame-level probabilities (standard FF++ protocol) — the metric actually reported as “the” result, since real-world detection is a per-video decision, not a per-frame one.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AUC (area under the ROC curve) is the primary metric for comparing generalization, since it's threshold-independent — important because a model can be systematically miscalibrated (all fakes scored low) rather than merely "uncertain," and AUC still exposes that.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50" b="0">
                <a:solidFill>
                  <a:srgbClr val="1A202C"/>
                </a:solidFill>
                <a:latin typeface="Calibri"/>
              </a:rPr>
              <a:t>▸  36 total evaluations run: 2 baseline + 32 cross-manipulation (4×4 matrix × 2 models) + 2 compression-robustness.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14/23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Baseline Comparison (same-distribution, c23)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Both models trained and tested on all 4 methods — the headline accuracy number most papers stop at.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9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1700000"/>
                <a:gridCol w="1700000"/>
                <a:gridCol w="1700000"/>
                <a:gridCol w="1700000"/>
                <a:gridCol w="17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F1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97.29%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95.49%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94.71%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92.76%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8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XceptionNet leads on every same-distribution metric — the first sign the hybrid's extra complexity isn't paying off on this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15/23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Cross-Manipulation Generalization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Train on one manipulation method, test on all four (4×4 matrix per model). Diagonal = same-manip; off-diagonal = the actual generalization test.</a:t>
            </a:r>
          </a:p>
        </p:txBody>
      </p:sp>
      <p:pic>
        <p:nvPicPr>
          <p:cNvPr id="7" name="Picture 6" descr="cross_manipulation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9601200" cy="3870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16/23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Generalization Gap: Hypothesis vs. Reality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Same-manipulation AUC vs. average cross-manipulation AUC, per model.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4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2600000"/>
                <a:gridCol w="2600000"/>
                <a:gridCol w="26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Same-Manip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Cross-Manip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Generalization Gap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0.5969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0.398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0.9917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0.5710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0.421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17/23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00000"/>
            <a:ext cx="10852800" cy="1600000"/>
          </a:xfrm>
          <a:prstGeom prst="rect">
            <a:avLst/>
          </a:prstGeom>
          <a:solidFill>
            <a:srgbClr val="FE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200000"/>
            <a:ext cx="60000" cy="1600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20000"/>
            <a:ext cx="104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Calibri"/>
              </a:rPr>
              <a:t>HEADLINE FINDING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30000"/>
            <a:ext cx="104528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The original hypothesis — “attention helps the hybrid generalize better” — did NOT hold. XceptionNet has both higher same-distribution accuracy AND a smaller generalization gap (0.398 vs. 0.421). Both models still collapse to worse-than-random on their hardest cross-manip cell (Deepfakes→FaceSwap: 0.256 / 0.198 AUC) — reported honestly as a genuine negative result, not hidden.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Compression Robustness (Proxy-c40)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Official c0/c40 FaceForensics++ access was still pending, and no c40 mirror exists on Kaggle. Worked around it rather than skipping the experiment.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4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2600000"/>
                <a:gridCol w="2600000"/>
                <a:gridCol w="26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c23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c40proxy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0.8172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-0.166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18/23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00000"/>
            <a:ext cx="10852800" cy="1500000"/>
          </a:xfrm>
          <a:prstGeom prst="rect">
            <a:avLst/>
          </a:prstGeom>
          <a:solidFill>
            <a:srgbClr val="FE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200000"/>
            <a:ext cx="60000" cy="150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20000"/>
            <a:ext cx="104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METHOD (CAVEATED)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30000"/>
            <a:ext cx="10452800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“c40proxy” = the held-out test videos re-transcoded locally, c23→crf40 (ffmpeg). This double-compresses rather than compressing once from raw like official c40, so degradation is harsher/different from the real thing — a documented approximation, used for evaluation only, never for training. Will re-run against official c0/c40 if FaceForensics++ approval arrives.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Grad-CAM: Why Generalization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Same video (000_003), same Deepfakes-only checkpoint, two manipulation methods. Top: same-manip (correct). Bottom: cross-manip to FaceSwap, its worst cell (correct → confidently wrong).</a:t>
            </a:r>
          </a:p>
        </p:txBody>
      </p:sp>
      <p:pic>
        <p:nvPicPr>
          <p:cNvPr id="7" name="Picture 6" descr="gradca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868000" cy="420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782400" y="2286000"/>
            <a:ext cx="4769215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11000" y="2466000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DF → FS (worst cell)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1000" y="2786000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0.256 / 0.198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1000" y="3126000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cross-manip AUC (xception / cnn_vit) — worse than random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1000" y="3990933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1.000 → 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1000" y="4330933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xception fake-prob: same-manip vs. cross-manip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1000" y="5195866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face → 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1000" y="5535866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where attention shifts when the signal is absent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19/23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Reading the Grad-CAM Result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Same-manipulation (Deepfakes): both models' attention concentrates tightly on the central face — nose, mouth, eyes — exactly where Deepfakes' autoencoder-blending artifacts appear. Confident AND interpretably correct.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Cross-manipulation (same video, FaceSwap): XceptionNet's attention collapses to a stray off-face hotspot near the background — essentially no face-relevant evidence found, so it defaults to “real.”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CNN-ViT's attention goes the opposite way: diffuse across the entire frame including the background, not localized anywhere meaningful.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Conclusion: neither model is merely “uncertain” on unseen manipulation types — each confidently learned a narrow, method-specific signal, with nothing sensible to fall back on once that exact signal is absent. This is a visual account of the 0.20–0.26 AUC result, not just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20/23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SOFTWARE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FastAPI backend + browser frontend: upload an image or short video, get a real/fake probability from either trained checkpoint.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Pipeline mirrors training exactly: MTCNN face crop → model-specific resize/normalize → per-frame probability → video-level average (same protocol as evaluation).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Verified against a curated, held-out test-split set (never seen in training) — all correctly and confidently classified by XceptionNet; CNN-ViT correct on the same set but visibly less confident, consistent with its lower baseline accuracy.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Sanity-checked against an out-of-distribution image circulating online (not FF++ data): both models confidently wrong — expected given the generalization-gap numbers, and a live demonstration of this project's own finding rather than a contradiction of 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Runs on CPU by design, so it never competes with GPU training/evaluation jobs.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21/23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Conclusion &amp; Future Enhancements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XceptionNet outperforms the CNN-ViT hybrid on this task on every metric measured — same-distribution accuracy, generalization gap, and (marginally) even most compression conditions — contradicting the initial hypothesis that attention would help generalization.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Both architectures share the same underlying weakness: they learn narrow, method-specific artifacts rather than a general “this face was manipulated” signal, visually confirmed via Grad-CAM.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Future work: re-run compression robustness against official c0/c40 once FaceForensics++ access is approved, replacing the documented proxy; repeat training with multiple random seeds for statistical confidence intervals; extend Grad-CAM to a genuinely-uncertain cross-manip cell (AUC near 0.5) rather than only the worse-than-random case, to see if the attention pattern differs.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Practical implication: any deployed face-forgery detector needs either training data covering the manipulation types it will face, or an explicit “unknown/out-of-distribution” fallback — a confident wrong answer, as shown here, is worse than an honest “I don't know.”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22/23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REFERENCES &amp; CONTRIBUTORS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Closing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Rössler, A. et al. (2019). FaceForensics++: Learning to Detect Manipulated Facial Images. ICCV.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Chollet, F. (2017). Xception: Deep Learning with Depthwise Separable Convolutions. CVPR.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Dosovitskiy, A. et al. (2021). An Image is Worth 16x16 Words: Transformers for Image Recognition at Scale. ICLR.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Selvaraju, R. R. et al. (2017). Grad-CAM: Visual Explanations from Deep Networks via Gradient-based Localization. ICCV.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00000"/>
            <a:ext cx="108528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00000"/>
            <a:ext cx="60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CONTRIBUTOR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50000"/>
            <a:ext cx="6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  <a:latin typeface="Calibri"/>
              </a:rPr>
              <a:t>Venugopalan Gangadharan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50000"/>
            <a:ext cx="60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AI &amp; Data Science — Amrita Vishwa Vidyapeetham, Coimbatore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50000"/>
            <a:ext cx="60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GITHUB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B8CF"/>
                </a:solidFill>
                <a:latin typeface="Calibri"/>
              </a:rPr>
              <a:t>github.com/DUNE-ODYSSEY/deepfake-detection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23/23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