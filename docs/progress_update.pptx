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FINAL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Inverted Transfer:</a:t>
            </a:r>
          </a:p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Deepfake Detectors Score Unseen Fakes Below Chance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A detector trained on Deepfakes ranks FaceSwap fakes as more real than real faces (AUC 0.26). The inversion survives every preprocessing change and three architectures, follows a measurable sharpness cue, and is partly fixed by randomizing that cue.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 · Vipin Sudhakar · Rithvik Arulprakash · Harshith Kv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What We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931920" cy="4206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30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KEY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230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Deepfakes → FaceSwap AUC (chance = 0.50)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8 /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496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cells where 3 architectures agree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6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762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sharpness cue predicts the transfer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62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027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AUC gained by randomizing sharpness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8308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Some cross-manipulation cells score below chance: the detector ranks unseen fakes as more real than real faces.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Not a pipeline bug: it survives an audit, a full preprocessing rebuild and a one-factor preprocessing grid, with 3 seeds and confidence intervals.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Cause (partial): Deepfakes and NeuralTextures fakes are blurrier than real faces; FaceSwap fakes are sharper. A detector that learns "blurrier = fake" gets FaceSwap backwards.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Randomizing sharpness in training raises every inverted cell by ~0.1 AUC, but does not remove the inversion.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Limit: the sharpness rule does not predict a second dataset (DeepFakeFace).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BACKGROUND · EXPERIMENTS 1–3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Where the Project Started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Original course experiments: XceptionNet vs. a CNN-ViT hybrid on FaceForensics++ (Kaggle mirror, c23, one seed).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88136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651760"/>
                <a:gridCol w="3200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Same-method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Cross-method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Compression AUC (c40 proxy)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0.817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The hybrid did not generalize better (a reported negative result). The surprise was in the cross-method matrix: several cells fell below 0.5, which became the research question for the rest of the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THE FINDING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The Inversion Survives a Full Pipeline Rebuild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 matrix with a completely different preprocessing pipeline (dlib + alignment, PNG, 256 px, 32 frames). Hatched cells are below chance.</a:t>
            </a:r>
          </a:p>
        </p:txBody>
      </p:sp>
      <p:pic>
        <p:nvPicPr>
          <p:cNvPr id="7" name="Picture 6" descr="F1_transfer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615397" cy="3154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29797" y="2286000"/>
            <a:ext cx="302181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8397" y="24660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REFERENCE PIPELINE, 3 SEEDS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8397" y="27860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8397" y="31260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  [0.21, 0.31]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8397" y="36897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8397" y="40297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NT  [0.37, 0.49]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8397" y="45934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8397" y="49334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FS, original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8397" y="54971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8397" y="58371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largest change in any cell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Ruling Out a Pipeline Bug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Labels and splits: 17/17 checks pass. Fakes are labelled 1 everywhere, AUC orientation cannot silently flip, and train/val/test share no videos.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Video encoding: codec, profile, pixel format and compression setting are identical for real and all four manipulation methods.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Face crops: detection failures are negligible (≤ 0.05%) and JPEG settings are identical across classes.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Two code bugs fixed on the way: resumed training silently lost its history, and model checkpoints had been committed to git.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Conclusion: no trivial explanation, so the inversion is worth explaining.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No Preprocessing Change Moves DF → 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One factor changed at a time, 2 seeds each; change = paired difference vs. the reference over the same test videos.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2011680"/>
                <a:gridCol w="1828800"/>
                <a:gridCol w="201168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 → FS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Reference (3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JPEG quality 95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0.286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+0.028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0.442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JPEG quality 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10 frames per video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-0.006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Tight 1.0× crop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4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DF → FS stays at ~0.26 under every variant. Predictions recorded beforehand: held for JPEG 95 and 10 frames, partly missed for JPEG 75, failed for the tight crop.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3 ·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Fakes Differ from Real Faces in Sharpness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High-frequency image energy, each method vs. real faces (Cohen's d, 95% CI), measured on two independent crop sets.</a:t>
            </a:r>
          </a:p>
        </p:txBody>
      </p:sp>
      <p:pic>
        <p:nvPicPr>
          <p:cNvPr id="7" name="Picture 6" descr="F3_hf_effect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430438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44838" y="2286000"/>
            <a:ext cx="5206777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3438" y="24660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EFFECT SIZE (ORIGINAL CROPS)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3438" y="27860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3438" y="31260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Deepfakes: blurrier than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3438" y="36897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3438" y="40297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NeuralTextures: blurrier than real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3438" y="45934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3438" y="49334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FaceSwap: sharper than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3438" y="54971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3438" y="58371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Face2Face: no difference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3 ·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The Sharpness Sign Predicts Which Cells Invert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Opposite sharpness shifts in the training and test methods predict an inverted (below-chance) transfer.</a:t>
            </a:r>
          </a:p>
        </p:txBody>
      </p:sp>
      <p:pic>
        <p:nvPicPr>
          <p:cNvPr id="7" name="Picture 6" descr="F4_sign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4677704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92104" y="2286000"/>
            <a:ext cx="5959511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0704" y="24660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PREDICTION VS. OBSERVED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0704" y="27860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0704" y="31260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Xception (best of 24 relabelings)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0704" y="36897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0704" y="40297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CNN-ViT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0704" y="45934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0704" y="49334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published official-data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0704" y="54971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-0.27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0704" y="58371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model: blurrier real faces look fake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4 ·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Randomizing Sharpness Partly Fixes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Training with random blur/sharpen (label-independent). Paired change vs. Phase 1, 3 seeds each.</a:t>
            </a:r>
          </a:p>
        </p:txBody>
      </p:sp>
      <p:pic>
        <p:nvPicPr>
          <p:cNvPr id="7" name="Picture 6" descr="F5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080955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95355" y="2286000"/>
            <a:ext cx="555626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955" y="24660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CHANGE IN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955" y="27860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+0.098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955" y="31260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FS, now 0.36 (still below)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955" y="36897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+0.093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955" y="40297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NT, now 0.52 (at chance)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955" y="45934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955" y="49334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F2F, a small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955" y="54971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955" y="58371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in-domain accuracy unchanged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Three Architectures Fail the Same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ImageNet-pretrained backbones at the same 299 px input, reference pipeline.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37360"/>
                <a:gridCol w="1737360"/>
                <a:gridCol w="1737360"/>
                <a:gridCol w="237744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 → FS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DF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Same call as Xception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 (3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ResNet-50 (2 seeds)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0.291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0.416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0.450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EfficientNet-B4 (2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0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Every backbone gives the same below / at / above-chance result in every cell; the original CNN-ViT hybrid agreed with Xception at r = 0.94. The inversion comes from the training data, not the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PHASE 6 · EXTERNAL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The Rule Does Not Transfer to a New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DeepFakeFace, no retraining. Its fakes are all blurrier than its real faces, so DF-trained should transfer and FS-trained invert.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78992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108960"/>
                <a:gridCol w="310896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Generator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Sharpness 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DF-trained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FS-trained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SD inpainting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0.463 [0.44, 0.49]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0.514 [0.49, 0.54]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InsightFace swap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-0.52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0.654 [0.63, 0.68]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0.491 [0.46, 0.52]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SD text-to-image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0.323 [0.30, 0.34]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0.399 [0.38, 0.42]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0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Prediction correct in 2 of 4 decided cells, no better than chance. The sharpness account explains FaceForensics++, not other datasets.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Verdict on the Four Claims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C1 · PREPROCESSING — NOT 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The inversion survives every preprocessing change tested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Detector, alignment, format, size, frames, JPEG, crop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C2 · MECHANISM — SUPPORTED IN FF++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Sharpness sign predicts our and published matrices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Fails on DeepFakeFace: within-benchmark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80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0352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336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C3 · INTERVENTION —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Randomizing sharpness: +0.1 AUC on inverted cells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DF → FS still below chance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11480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1480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2336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 · ARCHITECTURE — 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84632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Xception, ResNet-50, EfficientNet-B4 agree 8 / 8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Set by the training data, not the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Delivered, and What Would Come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All research phases run and logged (docs/PROGRESS.md)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5-page paper draft, IEEE format (paper/main.pdf)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Full project report (docs/project_report.docx)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Every number generated by a script; code on GitHub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Predictions recorded before results, misses reported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Re-run on official FaceForensics++ (access pending)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Find the cue behind the remaining DF → FS inversion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Explain why DeepFakeFace does not follow the rule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Submit to a workshop (e.g. IEEE WIFS / ICASSP track)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Data: FaceForensics++ via a Kaggle mirror (preliminary; never redistributed) and DeepFakeFace (OpenRAIL). Hardware: one 6 GB laptop GPU.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Reproducible: every table and figure is regenerated from the repository's scripts.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Venugopalan Gangadharan — CB.AI.U4AID25115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Vipin Sudhakar — CB.AI.U4AID25166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Rithvik Arulprakash — CB.AI.U4AID25148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Harshith Kv — CB.AI.U4AID25119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Inverted Transfer (23AID205)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